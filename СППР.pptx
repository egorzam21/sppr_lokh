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DM Sans Medium" pitchFamily="2" charset="0"/>
      <p:regular r:id="rId16"/>
    </p:embeddedFont>
    <p:embeddedFont>
      <p:font typeface="Inter" panose="020B0604020202020204" charset="0"/>
      <p:regular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8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1DB810-B0B3-4303-9B0F-0A9C9BFD6A02}" v="16" dt="2025-12-05T00:10:09.5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10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ddfsdf FHtnv" userId="12b329412accc949" providerId="LiveId" clId="{C8A3808F-C961-4DFA-8C72-F3E211F81344}"/>
    <pc:docChg chg="custSel modSld">
      <pc:chgData name="saddfsdf FHtnv" userId="12b329412accc949" providerId="LiveId" clId="{C8A3808F-C961-4DFA-8C72-F3E211F81344}" dt="2025-12-05T00:16:57.335" v="113" actId="1076"/>
      <pc:docMkLst>
        <pc:docMk/>
      </pc:docMkLst>
      <pc:sldChg chg="addSp modSp mod">
        <pc:chgData name="saddfsdf FHtnv" userId="12b329412accc949" providerId="LiveId" clId="{C8A3808F-C961-4DFA-8C72-F3E211F81344}" dt="2025-12-05T00:14:14.630" v="108" actId="255"/>
        <pc:sldMkLst>
          <pc:docMk/>
          <pc:sldMk cId="0" sldId="256"/>
        </pc:sldMkLst>
        <pc:spChg chg="mod">
          <ac:chgData name="saddfsdf FHtnv" userId="12b329412accc949" providerId="LiveId" clId="{C8A3808F-C961-4DFA-8C72-F3E211F81344}" dt="2025-12-05T00:10:37.394" v="87" actId="2711"/>
          <ac:spMkLst>
            <pc:docMk/>
            <pc:sldMk cId="0" sldId="256"/>
            <ac:spMk id="3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4:14.630" v="108" actId="255"/>
          <ac:spMkLst>
            <pc:docMk/>
            <pc:sldMk cId="0" sldId="256"/>
            <ac:spMk id="4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4:10.141" v="107" actId="255"/>
          <ac:spMkLst>
            <pc:docMk/>
            <pc:sldMk cId="0" sldId="256"/>
            <ac:spMk id="5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4:06.284" v="106" actId="255"/>
          <ac:spMkLst>
            <pc:docMk/>
            <pc:sldMk cId="0" sldId="256"/>
            <ac:spMk id="6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4:01.573" v="105" actId="255"/>
          <ac:spMkLst>
            <pc:docMk/>
            <pc:sldMk cId="0" sldId="256"/>
            <ac:spMk id="7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3:57.781" v="104" actId="255"/>
          <ac:spMkLst>
            <pc:docMk/>
            <pc:sldMk cId="0" sldId="256"/>
            <ac:spMk id="8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3:52.469" v="103" actId="255"/>
          <ac:spMkLst>
            <pc:docMk/>
            <pc:sldMk cId="0" sldId="256"/>
            <ac:spMk id="9" creationId="{00000000-0000-0000-0000-000000000000}"/>
          </ac:spMkLst>
        </pc:spChg>
        <pc:spChg chg="add mod">
          <ac:chgData name="saddfsdf FHtnv" userId="12b329412accc949" providerId="LiveId" clId="{C8A3808F-C961-4DFA-8C72-F3E211F81344}" dt="2025-12-05T00:10:24.875" v="86" actId="1076"/>
          <ac:spMkLst>
            <pc:docMk/>
            <pc:sldMk cId="0" sldId="256"/>
            <ac:spMk id="10" creationId="{B8805800-F55C-B6DC-55B6-9D72C68E7131}"/>
          </ac:spMkLst>
        </pc:spChg>
      </pc:sldChg>
      <pc:sldChg chg="addSp delSp modSp mod">
        <pc:chgData name="saddfsdf FHtnv" userId="12b329412accc949" providerId="LiveId" clId="{C8A3808F-C961-4DFA-8C72-F3E211F81344}" dt="2025-12-05T00:13:27.856" v="102" actId="255"/>
        <pc:sldMkLst>
          <pc:docMk/>
          <pc:sldMk cId="0" sldId="257"/>
        </pc:sldMkLst>
        <pc:spChg chg="mod">
          <ac:chgData name="saddfsdf FHtnv" userId="12b329412accc949" providerId="LiveId" clId="{C8A3808F-C961-4DFA-8C72-F3E211F81344}" dt="2025-12-05T00:10:43.485" v="88" actId="2711"/>
          <ac:spMkLst>
            <pc:docMk/>
            <pc:sldMk cId="0" sldId="257"/>
            <ac:spMk id="3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3:27.856" v="102" actId="255"/>
          <ac:spMkLst>
            <pc:docMk/>
            <pc:sldMk cId="0" sldId="257"/>
            <ac:spMk id="4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3:27.856" v="102" actId="255"/>
          <ac:spMkLst>
            <pc:docMk/>
            <pc:sldMk cId="0" sldId="257"/>
            <ac:spMk id="5" creationId="{00000000-0000-0000-0000-000000000000}"/>
          </ac:spMkLst>
        </pc:spChg>
        <pc:spChg chg="add del mod">
          <ac:chgData name="saddfsdf FHtnv" userId="12b329412accc949" providerId="LiveId" clId="{C8A3808F-C961-4DFA-8C72-F3E211F81344}" dt="2025-12-05T00:08:42.799" v="37" actId="21"/>
          <ac:spMkLst>
            <pc:docMk/>
            <pc:sldMk cId="0" sldId="257"/>
            <ac:spMk id="6" creationId="{DFFF2843-AC4D-05DB-6312-7CC8C83EAE68}"/>
          </ac:spMkLst>
        </pc:spChg>
        <pc:spChg chg="add del mod">
          <ac:chgData name="saddfsdf FHtnv" userId="12b329412accc949" providerId="LiveId" clId="{C8A3808F-C961-4DFA-8C72-F3E211F81344}" dt="2025-12-05T00:08:02.025" v="11"/>
          <ac:spMkLst>
            <pc:docMk/>
            <pc:sldMk cId="0" sldId="257"/>
            <ac:spMk id="7" creationId="{44CCA61F-D0E8-A278-F8C7-FDC40FEC446D}"/>
          </ac:spMkLst>
        </pc:spChg>
        <pc:spChg chg="add mod">
          <ac:chgData name="saddfsdf FHtnv" userId="12b329412accc949" providerId="LiveId" clId="{C8A3808F-C961-4DFA-8C72-F3E211F81344}" dt="2025-12-05T00:08:43.940" v="38"/>
          <ac:spMkLst>
            <pc:docMk/>
            <pc:sldMk cId="0" sldId="257"/>
            <ac:spMk id="8" creationId="{DFFF2843-AC4D-05DB-6312-7CC8C83EAE68}"/>
          </ac:spMkLst>
        </pc:spChg>
        <pc:spChg chg="add mod">
          <ac:chgData name="saddfsdf FHtnv" userId="12b329412accc949" providerId="LiveId" clId="{C8A3808F-C961-4DFA-8C72-F3E211F81344}" dt="2025-12-05T00:09:30.376" v="64" actId="1076"/>
          <ac:spMkLst>
            <pc:docMk/>
            <pc:sldMk cId="0" sldId="257"/>
            <ac:spMk id="9" creationId="{D2D827D9-F953-0FA3-D574-77EAE84A5249}"/>
          </ac:spMkLst>
        </pc:spChg>
      </pc:sldChg>
      <pc:sldChg chg="addSp modSp mod">
        <pc:chgData name="saddfsdf FHtnv" userId="12b329412accc949" providerId="LiveId" clId="{C8A3808F-C961-4DFA-8C72-F3E211F81344}" dt="2025-12-05T00:13:13.923" v="101" actId="255"/>
        <pc:sldMkLst>
          <pc:docMk/>
          <pc:sldMk cId="0" sldId="258"/>
        </pc:sldMkLst>
        <pc:spChg chg="mod">
          <ac:chgData name="saddfsdf FHtnv" userId="12b329412accc949" providerId="LiveId" clId="{C8A3808F-C961-4DFA-8C72-F3E211F81344}" dt="2025-12-05T00:10:51.727" v="89" actId="2711"/>
          <ac:spMkLst>
            <pc:docMk/>
            <pc:sldMk cId="0" sldId="258"/>
            <ac:spMk id="2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3:13.923" v="101" actId="255"/>
          <ac:spMkLst>
            <pc:docMk/>
            <pc:sldMk cId="0" sldId="258"/>
            <ac:spMk id="7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3:13.923" v="101" actId="255"/>
          <ac:spMkLst>
            <pc:docMk/>
            <pc:sldMk cId="0" sldId="258"/>
            <ac:spMk id="8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3:13.923" v="101" actId="255"/>
          <ac:spMkLst>
            <pc:docMk/>
            <pc:sldMk cId="0" sldId="258"/>
            <ac:spMk id="13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3:13.923" v="101" actId="255"/>
          <ac:spMkLst>
            <pc:docMk/>
            <pc:sldMk cId="0" sldId="258"/>
            <ac:spMk id="14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3:13.923" v="101" actId="255"/>
          <ac:spMkLst>
            <pc:docMk/>
            <pc:sldMk cId="0" sldId="258"/>
            <ac:spMk id="19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3:13.923" v="101" actId="255"/>
          <ac:spMkLst>
            <pc:docMk/>
            <pc:sldMk cId="0" sldId="258"/>
            <ac:spMk id="20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3:13.923" v="101" actId="255"/>
          <ac:spMkLst>
            <pc:docMk/>
            <pc:sldMk cId="0" sldId="258"/>
            <ac:spMk id="25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3:13.923" v="101" actId="255"/>
          <ac:spMkLst>
            <pc:docMk/>
            <pc:sldMk cId="0" sldId="258"/>
            <ac:spMk id="26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3:13.923" v="101" actId="255"/>
          <ac:spMkLst>
            <pc:docMk/>
            <pc:sldMk cId="0" sldId="258"/>
            <ac:spMk id="31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3:13.923" v="101" actId="255"/>
          <ac:spMkLst>
            <pc:docMk/>
            <pc:sldMk cId="0" sldId="258"/>
            <ac:spMk id="32" creationId="{00000000-0000-0000-0000-000000000000}"/>
          </ac:spMkLst>
        </pc:spChg>
        <pc:spChg chg="add mod">
          <ac:chgData name="saddfsdf FHtnv" userId="12b329412accc949" providerId="LiveId" clId="{C8A3808F-C961-4DFA-8C72-F3E211F81344}" dt="2025-12-05T00:07:26.042" v="4"/>
          <ac:spMkLst>
            <pc:docMk/>
            <pc:sldMk cId="0" sldId="258"/>
            <ac:spMk id="33" creationId="{1C2CA324-1316-4E37-E294-55D494A2C74D}"/>
          </ac:spMkLst>
        </pc:spChg>
        <pc:spChg chg="add mod">
          <ac:chgData name="saddfsdf FHtnv" userId="12b329412accc949" providerId="LiveId" clId="{C8A3808F-C961-4DFA-8C72-F3E211F81344}" dt="2025-12-05T00:09:39.288" v="67" actId="20577"/>
          <ac:spMkLst>
            <pc:docMk/>
            <pc:sldMk cId="0" sldId="258"/>
            <ac:spMk id="34" creationId="{6DDC875A-1FC9-0560-1C86-BD070F3ADF6F}"/>
          </ac:spMkLst>
        </pc:spChg>
      </pc:sldChg>
      <pc:sldChg chg="addSp modSp mod">
        <pc:chgData name="saddfsdf FHtnv" userId="12b329412accc949" providerId="LiveId" clId="{C8A3808F-C961-4DFA-8C72-F3E211F81344}" dt="2025-12-05T00:13:01.548" v="100" actId="255"/>
        <pc:sldMkLst>
          <pc:docMk/>
          <pc:sldMk cId="0" sldId="259"/>
        </pc:sldMkLst>
        <pc:spChg chg="mod">
          <ac:chgData name="saddfsdf FHtnv" userId="12b329412accc949" providerId="LiveId" clId="{C8A3808F-C961-4DFA-8C72-F3E211F81344}" dt="2025-12-05T00:11:05.424" v="90" actId="2711"/>
          <ac:spMkLst>
            <pc:docMk/>
            <pc:sldMk cId="0" sldId="259"/>
            <ac:spMk id="3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3:01.548" v="100" actId="255"/>
          <ac:spMkLst>
            <pc:docMk/>
            <pc:sldMk cId="0" sldId="259"/>
            <ac:spMk id="4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3:01.548" v="100" actId="255"/>
          <ac:spMkLst>
            <pc:docMk/>
            <pc:sldMk cId="0" sldId="259"/>
            <ac:spMk id="5" creationId="{00000000-0000-0000-0000-000000000000}"/>
          </ac:spMkLst>
        </pc:spChg>
        <pc:spChg chg="add mod">
          <ac:chgData name="saddfsdf FHtnv" userId="12b329412accc949" providerId="LiveId" clId="{C8A3808F-C961-4DFA-8C72-F3E211F81344}" dt="2025-12-05T00:07:28.024" v="5"/>
          <ac:spMkLst>
            <pc:docMk/>
            <pc:sldMk cId="0" sldId="259"/>
            <ac:spMk id="6" creationId="{803FD68B-D3FD-782B-4390-4906D1010886}"/>
          </ac:spMkLst>
        </pc:spChg>
        <pc:spChg chg="add mod">
          <ac:chgData name="saddfsdf FHtnv" userId="12b329412accc949" providerId="LiveId" clId="{C8A3808F-C961-4DFA-8C72-F3E211F81344}" dt="2025-12-05T00:09:44.975" v="70" actId="20577"/>
          <ac:spMkLst>
            <pc:docMk/>
            <pc:sldMk cId="0" sldId="259"/>
            <ac:spMk id="7" creationId="{E0995561-10E4-038C-D01A-677EA5A3D9D7}"/>
          </ac:spMkLst>
        </pc:spChg>
      </pc:sldChg>
      <pc:sldChg chg="addSp modSp mod">
        <pc:chgData name="saddfsdf FHtnv" userId="12b329412accc949" providerId="LiveId" clId="{C8A3808F-C961-4DFA-8C72-F3E211F81344}" dt="2025-12-05T00:12:52.131" v="99" actId="255"/>
        <pc:sldMkLst>
          <pc:docMk/>
          <pc:sldMk cId="0" sldId="260"/>
        </pc:sldMkLst>
        <pc:spChg chg="mod">
          <ac:chgData name="saddfsdf FHtnv" userId="12b329412accc949" providerId="LiveId" clId="{C8A3808F-C961-4DFA-8C72-F3E211F81344}" dt="2025-12-05T00:12:52.131" v="99" actId="255"/>
          <ac:spMkLst>
            <pc:docMk/>
            <pc:sldMk cId="0" sldId="260"/>
            <ac:spMk id="3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2:52.131" v="99" actId="255"/>
          <ac:spMkLst>
            <pc:docMk/>
            <pc:sldMk cId="0" sldId="260"/>
            <ac:spMk id="4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2:52.131" v="99" actId="255"/>
          <ac:spMkLst>
            <pc:docMk/>
            <pc:sldMk cId="0" sldId="260"/>
            <ac:spMk id="5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2:52.131" v="99" actId="255"/>
          <ac:spMkLst>
            <pc:docMk/>
            <pc:sldMk cId="0" sldId="260"/>
            <ac:spMk id="6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2:52.131" v="99" actId="255"/>
          <ac:spMkLst>
            <pc:docMk/>
            <pc:sldMk cId="0" sldId="260"/>
            <ac:spMk id="8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2:52.131" v="99" actId="255"/>
          <ac:spMkLst>
            <pc:docMk/>
            <pc:sldMk cId="0" sldId="260"/>
            <ac:spMk id="9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2:52.131" v="99" actId="255"/>
          <ac:spMkLst>
            <pc:docMk/>
            <pc:sldMk cId="0" sldId="260"/>
            <ac:spMk id="11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2:52.131" v="99" actId="255"/>
          <ac:spMkLst>
            <pc:docMk/>
            <pc:sldMk cId="0" sldId="260"/>
            <ac:spMk id="14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2:52.131" v="99" actId="255"/>
          <ac:spMkLst>
            <pc:docMk/>
            <pc:sldMk cId="0" sldId="260"/>
            <ac:spMk id="17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2:52.131" v="99" actId="255"/>
          <ac:spMkLst>
            <pc:docMk/>
            <pc:sldMk cId="0" sldId="260"/>
            <ac:spMk id="20" creationId="{00000000-0000-0000-0000-000000000000}"/>
          </ac:spMkLst>
        </pc:spChg>
        <pc:spChg chg="add mod">
          <ac:chgData name="saddfsdf FHtnv" userId="12b329412accc949" providerId="LiveId" clId="{C8A3808F-C961-4DFA-8C72-F3E211F81344}" dt="2025-12-05T00:07:29.615" v="6"/>
          <ac:spMkLst>
            <pc:docMk/>
            <pc:sldMk cId="0" sldId="260"/>
            <ac:spMk id="21" creationId="{DBDBC398-951E-594D-AF48-9B20D311BC8C}"/>
          </ac:spMkLst>
        </pc:spChg>
        <pc:spChg chg="add mod">
          <ac:chgData name="saddfsdf FHtnv" userId="12b329412accc949" providerId="LiveId" clId="{C8A3808F-C961-4DFA-8C72-F3E211F81344}" dt="2025-12-05T00:09:48.970" v="73" actId="20577"/>
          <ac:spMkLst>
            <pc:docMk/>
            <pc:sldMk cId="0" sldId="260"/>
            <ac:spMk id="22" creationId="{36A1BC39-5F55-5E72-F65C-5F2C7CC739F4}"/>
          </ac:spMkLst>
        </pc:spChg>
      </pc:sldChg>
      <pc:sldChg chg="addSp modSp mod">
        <pc:chgData name="saddfsdf FHtnv" userId="12b329412accc949" providerId="LiveId" clId="{C8A3808F-C961-4DFA-8C72-F3E211F81344}" dt="2025-12-05T00:16:24.762" v="111" actId="1076"/>
        <pc:sldMkLst>
          <pc:docMk/>
          <pc:sldMk cId="0" sldId="261"/>
        </pc:sldMkLst>
        <pc:spChg chg="mod">
          <ac:chgData name="saddfsdf FHtnv" userId="12b329412accc949" providerId="LiveId" clId="{C8A3808F-C961-4DFA-8C72-F3E211F81344}" dt="2025-12-05T00:11:38.501" v="92" actId="2711"/>
          <ac:spMkLst>
            <pc:docMk/>
            <pc:sldMk cId="0" sldId="261"/>
            <ac:spMk id="3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6:13.804" v="109" actId="255"/>
          <ac:spMkLst>
            <pc:docMk/>
            <pc:sldMk cId="0" sldId="261"/>
            <ac:spMk id="4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6:13.804" v="109" actId="255"/>
          <ac:spMkLst>
            <pc:docMk/>
            <pc:sldMk cId="0" sldId="261"/>
            <ac:spMk id="8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6:13.804" v="109" actId="255"/>
          <ac:spMkLst>
            <pc:docMk/>
            <pc:sldMk cId="0" sldId="261"/>
            <ac:spMk id="9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6:19.121" v="110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6:13.804" v="109" actId="255"/>
          <ac:spMkLst>
            <pc:docMk/>
            <pc:sldMk cId="0" sldId="261"/>
            <ac:spMk id="13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6:13.804" v="109" actId="255"/>
          <ac:spMkLst>
            <pc:docMk/>
            <pc:sldMk cId="0" sldId="261"/>
            <ac:spMk id="14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6:24.762" v="111" actId="1076"/>
          <ac:spMkLst>
            <pc:docMk/>
            <pc:sldMk cId="0" sldId="261"/>
            <ac:spMk id="15" creationId="{00000000-0000-0000-0000-000000000000}"/>
          </ac:spMkLst>
        </pc:spChg>
        <pc:spChg chg="add mod">
          <ac:chgData name="saddfsdf FHtnv" userId="12b329412accc949" providerId="LiveId" clId="{C8A3808F-C961-4DFA-8C72-F3E211F81344}" dt="2025-12-05T00:07:31.902" v="7"/>
          <ac:spMkLst>
            <pc:docMk/>
            <pc:sldMk cId="0" sldId="261"/>
            <ac:spMk id="16" creationId="{9BCF9F54-C9C7-E499-1298-1DF70C3AE644}"/>
          </ac:spMkLst>
        </pc:spChg>
        <pc:spChg chg="add mod">
          <ac:chgData name="saddfsdf FHtnv" userId="12b329412accc949" providerId="LiveId" clId="{C8A3808F-C961-4DFA-8C72-F3E211F81344}" dt="2025-12-05T00:09:53.949" v="76" actId="20577"/>
          <ac:spMkLst>
            <pc:docMk/>
            <pc:sldMk cId="0" sldId="261"/>
            <ac:spMk id="17" creationId="{41266D8A-6B90-389C-B2A6-3F207A5A168C}"/>
          </ac:spMkLst>
        </pc:spChg>
      </pc:sldChg>
      <pc:sldChg chg="addSp modSp mod">
        <pc:chgData name="saddfsdf FHtnv" userId="12b329412accc949" providerId="LiveId" clId="{C8A3808F-C961-4DFA-8C72-F3E211F81344}" dt="2025-12-05T00:12:07.391" v="95" actId="255"/>
        <pc:sldMkLst>
          <pc:docMk/>
          <pc:sldMk cId="0" sldId="262"/>
        </pc:sldMkLst>
        <pc:spChg chg="mod">
          <ac:chgData name="saddfsdf FHtnv" userId="12b329412accc949" providerId="LiveId" clId="{C8A3808F-C961-4DFA-8C72-F3E211F81344}" dt="2025-12-05T00:11:48.442" v="93" actId="2711"/>
          <ac:spMkLst>
            <pc:docMk/>
            <pc:sldMk cId="0" sldId="262"/>
            <ac:spMk id="3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2:07.391" v="95" actId="255"/>
          <ac:spMkLst>
            <pc:docMk/>
            <pc:sldMk cId="0" sldId="262"/>
            <ac:spMk id="4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2:02.248" v="94" actId="255"/>
          <ac:spMkLst>
            <pc:docMk/>
            <pc:sldMk cId="0" sldId="262"/>
            <ac:spMk id="6" creationId="{00000000-0000-0000-0000-000000000000}"/>
          </ac:spMkLst>
        </pc:spChg>
        <pc:spChg chg="add mod">
          <ac:chgData name="saddfsdf FHtnv" userId="12b329412accc949" providerId="LiveId" clId="{C8A3808F-C961-4DFA-8C72-F3E211F81344}" dt="2025-12-05T00:10:01.897" v="79" actId="20577"/>
          <ac:spMkLst>
            <pc:docMk/>
            <pc:sldMk cId="0" sldId="262"/>
            <ac:spMk id="7" creationId="{D1EED047-3FCC-EEA9-3707-8A674984F1E8}"/>
          </ac:spMkLst>
        </pc:spChg>
      </pc:sldChg>
      <pc:sldChg chg="addSp modSp mod">
        <pc:chgData name="saddfsdf FHtnv" userId="12b329412accc949" providerId="LiveId" clId="{C8A3808F-C961-4DFA-8C72-F3E211F81344}" dt="2025-12-05T00:10:06.987" v="82" actId="20577"/>
        <pc:sldMkLst>
          <pc:docMk/>
          <pc:sldMk cId="0" sldId="263"/>
        </pc:sldMkLst>
        <pc:spChg chg="add mod">
          <ac:chgData name="saddfsdf FHtnv" userId="12b329412accc949" providerId="LiveId" clId="{C8A3808F-C961-4DFA-8C72-F3E211F81344}" dt="2025-12-05T00:07:36.298" v="8"/>
          <ac:spMkLst>
            <pc:docMk/>
            <pc:sldMk cId="0" sldId="263"/>
            <ac:spMk id="15" creationId="{A29375B5-4AAD-C7F5-A0AB-A68416A35FAC}"/>
          </ac:spMkLst>
        </pc:spChg>
        <pc:spChg chg="add mod">
          <ac:chgData name="saddfsdf FHtnv" userId="12b329412accc949" providerId="LiveId" clId="{C8A3808F-C961-4DFA-8C72-F3E211F81344}" dt="2025-12-05T00:10:06.987" v="82" actId="20577"/>
          <ac:spMkLst>
            <pc:docMk/>
            <pc:sldMk cId="0" sldId="263"/>
            <ac:spMk id="16" creationId="{2B70321D-E7B0-4BDC-FDB6-4D334BF1578F}"/>
          </ac:spMkLst>
        </pc:spChg>
      </pc:sldChg>
      <pc:sldChg chg="addSp modSp mod">
        <pc:chgData name="saddfsdf FHtnv" userId="12b329412accc949" providerId="LiveId" clId="{C8A3808F-C961-4DFA-8C72-F3E211F81344}" dt="2025-12-05T00:16:57.335" v="113" actId="1076"/>
        <pc:sldMkLst>
          <pc:docMk/>
          <pc:sldMk cId="0" sldId="264"/>
        </pc:sldMkLst>
        <pc:spChg chg="mod">
          <ac:chgData name="saddfsdf FHtnv" userId="12b329412accc949" providerId="LiveId" clId="{C8A3808F-C961-4DFA-8C72-F3E211F81344}" dt="2025-12-05T00:16:53.570" v="112" actId="255"/>
          <ac:spMkLst>
            <pc:docMk/>
            <pc:sldMk cId="0" sldId="264"/>
            <ac:spMk id="4" creationId="{00000000-0000-0000-0000-000000000000}"/>
          </ac:spMkLst>
        </pc:spChg>
        <pc:spChg chg="mod">
          <ac:chgData name="saddfsdf FHtnv" userId="12b329412accc949" providerId="LiveId" clId="{C8A3808F-C961-4DFA-8C72-F3E211F81344}" dt="2025-12-05T00:16:57.335" v="113" actId="1076"/>
          <ac:spMkLst>
            <pc:docMk/>
            <pc:sldMk cId="0" sldId="264"/>
            <ac:spMk id="5" creationId="{00000000-0000-0000-0000-000000000000}"/>
          </ac:spMkLst>
        </pc:spChg>
        <pc:spChg chg="add mod">
          <ac:chgData name="saddfsdf FHtnv" userId="12b329412accc949" providerId="LiveId" clId="{C8A3808F-C961-4DFA-8C72-F3E211F81344}" dt="2025-12-05T00:10:11.280" v="85" actId="20577"/>
          <ac:spMkLst>
            <pc:docMk/>
            <pc:sldMk cId="0" sldId="264"/>
            <ac:spMk id="6" creationId="{320C5DBF-7381-392F-803F-85E96D38BC8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0302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main.py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94980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Интеллектуальная система поддержки принятия решений для торговли акциями ПАО «Лукойл»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97025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Российский университет дружбы народов имени Патриса Лумумбы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280190" y="495121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Факультет физико-математических и естественных наук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280190" y="556926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Работу выполняли: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280190" y="618732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Замула Егор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280190" y="66295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Шмавонян Диана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280190" y="707171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Зеленко Ирина</a:t>
            </a:r>
            <a:endParaRPr lang="en-US" sz="24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8805800-F55C-B6DC-55B6-9D72C68E7131}"/>
              </a:ext>
            </a:extLst>
          </p:cNvPr>
          <p:cNvSpPr/>
          <p:nvPr/>
        </p:nvSpPr>
        <p:spPr>
          <a:xfrm>
            <a:off x="12664966" y="7651531"/>
            <a:ext cx="1828800" cy="493987"/>
          </a:xfrm>
          <a:prstGeom prst="rect">
            <a:avLst/>
          </a:prstGeom>
          <a:solidFill>
            <a:srgbClr val="F9F8F5"/>
          </a:solidFill>
          <a:ln>
            <a:solidFill>
              <a:srgbClr val="F9F8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7398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Цели проекта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42292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Разработка интеллектуальной системы поддержки принятия решений (СППР) для торговли акциями ПАО «Лукойл».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280190" y="440388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Система основана на специализированной Large Language Model (LLM), обученной на мультимодальных финансовых данных, что позволяет автоматизировать процесс принятия инвестиционных решений с высокой точностью.</a:t>
            </a:r>
            <a:endParaRPr lang="en-US" sz="20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FFF2843-AC4D-05DB-6312-7CC8C83EAE68}"/>
              </a:ext>
            </a:extLst>
          </p:cNvPr>
          <p:cNvSpPr/>
          <p:nvPr/>
        </p:nvSpPr>
        <p:spPr>
          <a:xfrm>
            <a:off x="12801600" y="7662041"/>
            <a:ext cx="1828800" cy="493987"/>
          </a:xfrm>
          <a:prstGeom prst="rect">
            <a:avLst/>
          </a:prstGeom>
          <a:solidFill>
            <a:srgbClr val="F9F8F5"/>
          </a:solidFill>
          <a:ln>
            <a:solidFill>
              <a:srgbClr val="F9F8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D827D9-F953-0FA3-D574-77EAE84A5249}"/>
              </a:ext>
            </a:extLst>
          </p:cNvPr>
          <p:cNvSpPr txBox="1"/>
          <p:nvPr/>
        </p:nvSpPr>
        <p:spPr>
          <a:xfrm>
            <a:off x="13800083" y="7662041"/>
            <a:ext cx="830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2</a:t>
            </a:r>
            <a:r>
              <a:rPr lang="en-US" sz="3200" dirty="0"/>
              <a:t>/9</a:t>
            </a:r>
            <a:endParaRPr lang="ru-RU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954" y="611267"/>
            <a:ext cx="5001697" cy="625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Задачи проекта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77954" y="1936552"/>
            <a:ext cx="4224814" cy="3068241"/>
          </a:xfrm>
          <a:prstGeom prst="roundRect">
            <a:avLst>
              <a:gd name="adj" fmla="val 3576"/>
            </a:avLst>
          </a:prstGeom>
          <a:solidFill>
            <a:srgbClr val="F9F8F5"/>
          </a:solidFill>
          <a:ln/>
        </p:spPr>
      </p:sp>
      <p:sp>
        <p:nvSpPr>
          <p:cNvPr id="4" name="Shape 2"/>
          <p:cNvSpPr/>
          <p:nvPr/>
        </p:nvSpPr>
        <p:spPr>
          <a:xfrm>
            <a:off x="777954" y="1913692"/>
            <a:ext cx="4224814" cy="91440"/>
          </a:xfrm>
          <a:prstGeom prst="roundRect">
            <a:avLst>
              <a:gd name="adj" fmla="val 32820"/>
            </a:avLst>
          </a:prstGeom>
          <a:solidFill>
            <a:srgbClr val="28282F"/>
          </a:solidFill>
          <a:ln/>
        </p:spPr>
      </p:sp>
      <p:sp>
        <p:nvSpPr>
          <p:cNvPr id="5" name="Shape 3"/>
          <p:cNvSpPr/>
          <p:nvPr/>
        </p:nvSpPr>
        <p:spPr>
          <a:xfrm>
            <a:off x="2590264" y="1636514"/>
            <a:ext cx="600194" cy="600194"/>
          </a:xfrm>
          <a:prstGeom prst="roundRect">
            <a:avLst>
              <a:gd name="adj" fmla="val 152351"/>
            </a:avLst>
          </a:prstGeom>
          <a:solidFill>
            <a:srgbClr val="28282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70287" y="1816537"/>
            <a:ext cx="240030" cy="2400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0839" y="2436614"/>
            <a:ext cx="3779044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Разработка и внедрение метрик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00839" y="3181707"/>
            <a:ext cx="37790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Создание KPI для оценки точности прогнозов, доходности стратегии и эффективности модели, а также их интеграция в рабочий конвейер с дашбордами и алертингом.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202793" y="1936552"/>
            <a:ext cx="4224814" cy="3068241"/>
          </a:xfrm>
          <a:prstGeom prst="roundRect">
            <a:avLst>
              <a:gd name="adj" fmla="val 3576"/>
            </a:avLst>
          </a:prstGeom>
          <a:solidFill>
            <a:srgbClr val="F9F8F5"/>
          </a:solidFill>
          <a:ln/>
        </p:spPr>
      </p:sp>
      <p:sp>
        <p:nvSpPr>
          <p:cNvPr id="10" name="Shape 7"/>
          <p:cNvSpPr/>
          <p:nvPr/>
        </p:nvSpPr>
        <p:spPr>
          <a:xfrm>
            <a:off x="5202793" y="1913692"/>
            <a:ext cx="4224814" cy="91440"/>
          </a:xfrm>
          <a:prstGeom prst="roundRect">
            <a:avLst>
              <a:gd name="adj" fmla="val 32820"/>
            </a:avLst>
          </a:prstGeom>
          <a:solidFill>
            <a:srgbClr val="28282F"/>
          </a:solidFill>
          <a:ln/>
        </p:spPr>
      </p:sp>
      <p:sp>
        <p:nvSpPr>
          <p:cNvPr id="11" name="Shape 8"/>
          <p:cNvSpPr/>
          <p:nvPr/>
        </p:nvSpPr>
        <p:spPr>
          <a:xfrm>
            <a:off x="7015103" y="1636514"/>
            <a:ext cx="600194" cy="600194"/>
          </a:xfrm>
          <a:prstGeom prst="roundRect">
            <a:avLst>
              <a:gd name="adj" fmla="val 152351"/>
            </a:avLst>
          </a:prstGeom>
          <a:solidFill>
            <a:srgbClr val="28282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5125" y="1816537"/>
            <a:ext cx="240030" cy="2400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25678" y="2436614"/>
            <a:ext cx="276320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Анализ OHLCV данных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5425678" y="2869168"/>
            <a:ext cx="37790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Сбор, очистка и обработка исторических рыночных данных (цена, объем), создание технических индикаторов и признаков для моделей.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9627632" y="1936552"/>
            <a:ext cx="4224814" cy="3068241"/>
          </a:xfrm>
          <a:prstGeom prst="roundRect">
            <a:avLst>
              <a:gd name="adj" fmla="val 3576"/>
            </a:avLst>
          </a:prstGeom>
          <a:solidFill>
            <a:srgbClr val="F9F8F5"/>
          </a:solidFill>
          <a:ln/>
        </p:spPr>
      </p:sp>
      <p:sp>
        <p:nvSpPr>
          <p:cNvPr id="16" name="Shape 12"/>
          <p:cNvSpPr/>
          <p:nvPr/>
        </p:nvSpPr>
        <p:spPr>
          <a:xfrm>
            <a:off x="9627632" y="1913692"/>
            <a:ext cx="4224814" cy="91440"/>
          </a:xfrm>
          <a:prstGeom prst="roundRect">
            <a:avLst>
              <a:gd name="adj" fmla="val 32820"/>
            </a:avLst>
          </a:prstGeom>
          <a:solidFill>
            <a:srgbClr val="28282F"/>
          </a:solidFill>
          <a:ln/>
        </p:spPr>
      </p:sp>
      <p:sp>
        <p:nvSpPr>
          <p:cNvPr id="17" name="Shape 13"/>
          <p:cNvSpPr/>
          <p:nvPr/>
        </p:nvSpPr>
        <p:spPr>
          <a:xfrm>
            <a:off x="11439942" y="1636514"/>
            <a:ext cx="600194" cy="600194"/>
          </a:xfrm>
          <a:prstGeom prst="roundRect">
            <a:avLst>
              <a:gd name="adj" fmla="val 152351"/>
            </a:avLst>
          </a:prstGeom>
          <a:solidFill>
            <a:srgbClr val="28282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19964" y="1816537"/>
            <a:ext cx="240030" cy="2400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50517" y="2436614"/>
            <a:ext cx="3779044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Разработка и оптимизация моделей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9850517" y="3181707"/>
            <a:ext cx="37790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Создание ансамбля ML-моделей для прогнозирования, их тестирование и валидация на исторических данных.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777954" y="5504855"/>
            <a:ext cx="6437233" cy="2115622"/>
          </a:xfrm>
          <a:prstGeom prst="roundRect">
            <a:avLst>
              <a:gd name="adj" fmla="val 5187"/>
            </a:avLst>
          </a:prstGeom>
          <a:solidFill>
            <a:srgbClr val="F9F8F5"/>
          </a:solidFill>
          <a:ln/>
        </p:spPr>
      </p:sp>
      <p:sp>
        <p:nvSpPr>
          <p:cNvPr id="22" name="Shape 17"/>
          <p:cNvSpPr/>
          <p:nvPr/>
        </p:nvSpPr>
        <p:spPr>
          <a:xfrm>
            <a:off x="777954" y="5481995"/>
            <a:ext cx="6437233" cy="91440"/>
          </a:xfrm>
          <a:prstGeom prst="roundRect">
            <a:avLst>
              <a:gd name="adj" fmla="val 32820"/>
            </a:avLst>
          </a:prstGeom>
          <a:solidFill>
            <a:srgbClr val="28282F"/>
          </a:solidFill>
          <a:ln/>
        </p:spPr>
      </p:sp>
      <p:sp>
        <p:nvSpPr>
          <p:cNvPr id="23" name="Shape 18"/>
          <p:cNvSpPr/>
          <p:nvPr/>
        </p:nvSpPr>
        <p:spPr>
          <a:xfrm>
            <a:off x="3696474" y="5204817"/>
            <a:ext cx="600194" cy="600194"/>
          </a:xfrm>
          <a:prstGeom prst="roundRect">
            <a:avLst>
              <a:gd name="adj" fmla="val 152351"/>
            </a:avLst>
          </a:prstGeom>
          <a:solidFill>
            <a:srgbClr val="28282F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76496" y="5384840"/>
            <a:ext cx="240030" cy="24003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00839" y="6004917"/>
            <a:ext cx="2500789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Интеграция с T-API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1000839" y="6437471"/>
            <a:ext cx="599146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Подключение к торговому API Tinkoff для автоматизации исполнения сделок, управления ордерами и контроля рисков.</a:t>
            </a:r>
            <a:endParaRPr lang="en-US" sz="2000" dirty="0"/>
          </a:p>
        </p:txBody>
      </p:sp>
      <p:sp>
        <p:nvSpPr>
          <p:cNvPr id="27" name="Shape 21"/>
          <p:cNvSpPr/>
          <p:nvPr/>
        </p:nvSpPr>
        <p:spPr>
          <a:xfrm>
            <a:off x="7415213" y="5504855"/>
            <a:ext cx="6437233" cy="2115622"/>
          </a:xfrm>
          <a:prstGeom prst="roundRect">
            <a:avLst>
              <a:gd name="adj" fmla="val 5187"/>
            </a:avLst>
          </a:prstGeom>
          <a:solidFill>
            <a:srgbClr val="F9F8F5"/>
          </a:solidFill>
          <a:ln/>
        </p:spPr>
      </p:sp>
      <p:sp>
        <p:nvSpPr>
          <p:cNvPr id="28" name="Shape 22"/>
          <p:cNvSpPr/>
          <p:nvPr/>
        </p:nvSpPr>
        <p:spPr>
          <a:xfrm>
            <a:off x="7415213" y="5481995"/>
            <a:ext cx="6437233" cy="91440"/>
          </a:xfrm>
          <a:prstGeom prst="roundRect">
            <a:avLst>
              <a:gd name="adj" fmla="val 32820"/>
            </a:avLst>
          </a:prstGeom>
          <a:solidFill>
            <a:srgbClr val="28282F"/>
          </a:solidFill>
          <a:ln/>
        </p:spPr>
      </p:sp>
      <p:sp>
        <p:nvSpPr>
          <p:cNvPr id="29" name="Shape 23"/>
          <p:cNvSpPr/>
          <p:nvPr/>
        </p:nvSpPr>
        <p:spPr>
          <a:xfrm>
            <a:off x="10333732" y="5204817"/>
            <a:ext cx="600194" cy="600194"/>
          </a:xfrm>
          <a:prstGeom prst="roundRect">
            <a:avLst>
              <a:gd name="adj" fmla="val 152351"/>
            </a:avLst>
          </a:prstGeom>
          <a:solidFill>
            <a:srgbClr val="28282F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13755" y="5384840"/>
            <a:ext cx="240030" cy="24003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638098" y="6004917"/>
            <a:ext cx="3298865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СППР в реальном времени</a:t>
            </a:r>
            <a:endParaRPr lang="en-US" sz="2000" dirty="0"/>
          </a:p>
        </p:txBody>
      </p:sp>
      <p:sp>
        <p:nvSpPr>
          <p:cNvPr id="32" name="Text 25"/>
          <p:cNvSpPr/>
          <p:nvPr/>
        </p:nvSpPr>
        <p:spPr>
          <a:xfrm>
            <a:off x="7638098" y="6437471"/>
            <a:ext cx="599146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Разработка ядра системы, непрерывно анализирующего новые данные и генерирующего торговые сигналы с обоснованием.</a:t>
            </a:r>
            <a:endParaRPr lang="en-US" sz="2000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1C2CA324-1316-4E37-E294-55D494A2C74D}"/>
              </a:ext>
            </a:extLst>
          </p:cNvPr>
          <p:cNvSpPr/>
          <p:nvPr/>
        </p:nvSpPr>
        <p:spPr>
          <a:xfrm>
            <a:off x="12707007" y="7662041"/>
            <a:ext cx="1828800" cy="493987"/>
          </a:xfrm>
          <a:prstGeom prst="rect">
            <a:avLst/>
          </a:prstGeom>
          <a:solidFill>
            <a:srgbClr val="F9F8F5"/>
          </a:solidFill>
          <a:ln>
            <a:solidFill>
              <a:srgbClr val="F9F8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DDC875A-1FC9-0560-1C86-BD070F3ADF6F}"/>
              </a:ext>
            </a:extLst>
          </p:cNvPr>
          <p:cNvSpPr txBox="1"/>
          <p:nvPr/>
        </p:nvSpPr>
        <p:spPr>
          <a:xfrm>
            <a:off x="13800083" y="7662041"/>
            <a:ext cx="830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3/9</a:t>
            </a:r>
            <a:endParaRPr lang="ru-RU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87854"/>
            <a:ext cx="76720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Этапы реализации: </a:t>
            </a:r>
            <a:r>
              <a:rPr lang="en-US" sz="4450" u="sng" dirty="0">
                <a:solidFill>
                  <a:srgbClr val="28282F"/>
                </a:solidFill>
                <a:ea typeface="DM Sans Medium" pitchFamily="34" charset="-122"/>
                <a:cs typeface="DM Sans Medium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main.py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36795"/>
            <a:ext cx="13042821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Код </a:t>
            </a:r>
            <a:r>
              <a:rPr lang="en-US" sz="2400" dirty="0">
                <a:solidFill>
                  <a:srgbClr val="161613"/>
                </a:solidFill>
                <a:highlight>
                  <a:srgbClr val="ECEBE8"/>
                </a:highlight>
                <a:ea typeface="Consolas" pitchFamily="34" charset="-122"/>
                <a:cs typeface="Consolas" pitchFamily="34" charset="-120"/>
              </a:rPr>
              <a:t>main.py</a:t>
            </a:r>
            <a:r>
              <a:rPr lang="en-US" sz="24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 является основной частью нашей торговой системы, отвечающей за обучение, оптимизацию и проверку торговой стратегии.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93790" y="5825371"/>
            <a:ext cx="130428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Он обрабатывает исторические данные, создает сложные признаки, обучает ансамбль моделей для прогнозирования доходности акций. Затем система подбирает оптимальные параметры для сделок (стоп-лосс, тейк-профит) и проводит тестирование стратегии на исторических данных. Результат — готовая модель с оптимальными настройками для генерации торговых сигналов.</a:t>
            </a:r>
            <a:endParaRPr lang="en-US" sz="24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03FD68B-D3FD-782B-4390-4906D1010886}"/>
              </a:ext>
            </a:extLst>
          </p:cNvPr>
          <p:cNvSpPr/>
          <p:nvPr/>
        </p:nvSpPr>
        <p:spPr>
          <a:xfrm>
            <a:off x="12707007" y="7662041"/>
            <a:ext cx="1828800" cy="493987"/>
          </a:xfrm>
          <a:prstGeom prst="rect">
            <a:avLst/>
          </a:prstGeom>
          <a:solidFill>
            <a:srgbClr val="F9F8F5"/>
          </a:solidFill>
          <a:ln>
            <a:solidFill>
              <a:srgbClr val="F9F8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995561-10E4-038C-D01A-677EA5A3D9D7}"/>
              </a:ext>
            </a:extLst>
          </p:cNvPr>
          <p:cNvSpPr txBox="1"/>
          <p:nvPr/>
        </p:nvSpPr>
        <p:spPr>
          <a:xfrm>
            <a:off x="13800083" y="7662041"/>
            <a:ext cx="830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4/9</a:t>
            </a:r>
            <a:endParaRPr lang="ru-RU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9501"/>
            <a:ext cx="564892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Основные модули системы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726287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a) backtester.py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93790" y="2162056"/>
            <a:ext cx="6313884" cy="81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Движок для тестирования торговой стратегии на исторических данных. Симулирует сделки с учетом параметров и рассчитывает метрики эффективности.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3790" y="314860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б) executor.py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3790" y="3584377"/>
            <a:ext cx="6313884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Симулирует реалистичное исполнение торгового приказа, учитывая проскальзывание и вероятность исполнения лимитных заявок.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3790" y="4298752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в) params.py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3790" y="4734520"/>
            <a:ext cx="6313884" cy="81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Файл конфигурации, хранящий настройки проекта: пути к данным, параметры тестирования, комиссии, проскальзывание и сетку оптимизации.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3790" y="5721072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г) engineer.py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3790" y="6156841"/>
            <a:ext cx="6313884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Создает сложные признаки для обучения модели на основе исторических котировок, включая технические индикаторы и временные метки.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30346" y="1726287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д) selector.py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30346" y="2162056"/>
            <a:ext cx="6313884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Отбирает 25 наиболее важных признаков для модели с помощью SelectKBest, уменьшая размерность данных.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30346" y="287643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е) ensemble.py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30346" y="3312200"/>
            <a:ext cx="6313884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Создает ансамбль из случайного леса и градиентного бустинга, объединяя их предсказания для финального прогноза.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30346" y="402657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ё) optimizer.py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30346" y="4462343"/>
            <a:ext cx="6313884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Автоматически подбирает лучшие торговые параметры (стоп-лосс, тейк-профит, размер позиции) для максимальной доходности.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530346" y="517671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ж) io.py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30346" y="5612487"/>
            <a:ext cx="6313884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Загружает и подготавливает исторические данные из CSV-файла, проверяя наличие, преобразуя форматы и удаляя пропущенные значения.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30346" y="6326862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з) plots.py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30346" y="6762631"/>
            <a:ext cx="6313884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Строит ценовой график с отметками сделок и кривую капитала стратегии, сохраняя визуализацию в файл.</a:t>
            </a:r>
            <a:endParaRPr lang="en-US" sz="1600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BDBC398-951E-594D-AF48-9B20D311BC8C}"/>
              </a:ext>
            </a:extLst>
          </p:cNvPr>
          <p:cNvSpPr/>
          <p:nvPr/>
        </p:nvSpPr>
        <p:spPr>
          <a:xfrm>
            <a:off x="12707007" y="7662041"/>
            <a:ext cx="1828800" cy="493987"/>
          </a:xfrm>
          <a:prstGeom prst="rect">
            <a:avLst/>
          </a:prstGeom>
          <a:solidFill>
            <a:srgbClr val="F9F8F5"/>
          </a:solidFill>
          <a:ln>
            <a:solidFill>
              <a:srgbClr val="F9F8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A1BC39-5F55-5E72-F65C-5F2C7CC739F4}"/>
              </a:ext>
            </a:extLst>
          </p:cNvPr>
          <p:cNvSpPr txBox="1"/>
          <p:nvPr/>
        </p:nvSpPr>
        <p:spPr>
          <a:xfrm>
            <a:off x="13800083" y="7662041"/>
            <a:ext cx="830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5/9</a:t>
            </a:r>
            <a:endParaRPr lang="ru-RU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6731" y="984766"/>
            <a:ext cx="7399615" cy="528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data_file.py: запуск работы системы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226731" y="1767483"/>
            <a:ext cx="7663339" cy="54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Код </a:t>
            </a:r>
            <a:r>
              <a:rPr lang="en-US" dirty="0">
                <a:solidFill>
                  <a:srgbClr val="161613"/>
                </a:solidFill>
                <a:highlight>
                  <a:srgbClr val="ECEBE8"/>
                </a:highlight>
                <a:ea typeface="Consolas" pitchFamily="34" charset="-122"/>
                <a:cs typeface="Consolas" pitchFamily="34" charset="-120"/>
              </a:rPr>
              <a:t>data_file.py</a:t>
            </a:r>
            <a:r>
              <a:rPr lang="en-US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 выполняет две ключевые функции, обеспечивая непрерывную работу системы: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6226731" y="2499122"/>
            <a:ext cx="7663339" cy="1922383"/>
          </a:xfrm>
          <a:prstGeom prst="roundRect">
            <a:avLst>
              <a:gd name="adj" fmla="val 1321"/>
            </a:avLst>
          </a:prstGeom>
          <a:solidFill>
            <a:srgbClr val="EDEBE3"/>
          </a:solidFill>
          <a:ln/>
        </p:spPr>
      </p:sp>
      <p:sp>
        <p:nvSpPr>
          <p:cNvPr id="6" name="Shape 3"/>
          <p:cNvSpPr/>
          <p:nvPr/>
        </p:nvSpPr>
        <p:spPr>
          <a:xfrm>
            <a:off x="6395918" y="2668310"/>
            <a:ext cx="507683" cy="507683"/>
          </a:xfrm>
          <a:prstGeom prst="roundRect">
            <a:avLst>
              <a:gd name="adj" fmla="val 18009438"/>
            </a:avLst>
          </a:prstGeom>
          <a:solidFill>
            <a:srgbClr val="28282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35579" y="2807970"/>
            <a:ext cx="228362" cy="2283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95918" y="3345180"/>
            <a:ext cx="2671167" cy="26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Сбор и обработка данных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6395918" y="3711059"/>
            <a:ext cx="7324963" cy="54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Загрузка и очистка минутных свечей акций «Лукойла» через Tinkoff API, сохранение в CSV и постоянное обновление потоковыми данными.</a:t>
            </a: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6226731" y="4669643"/>
            <a:ext cx="7663339" cy="1922383"/>
          </a:xfrm>
          <a:prstGeom prst="roundRect">
            <a:avLst>
              <a:gd name="adj" fmla="val 1321"/>
            </a:avLst>
          </a:prstGeom>
          <a:solidFill>
            <a:srgbClr val="EDEBE3"/>
          </a:solidFill>
          <a:ln/>
        </p:spPr>
      </p:sp>
      <p:sp>
        <p:nvSpPr>
          <p:cNvPr id="11" name="Shape 7"/>
          <p:cNvSpPr/>
          <p:nvPr/>
        </p:nvSpPr>
        <p:spPr>
          <a:xfrm>
            <a:off x="6395918" y="4759881"/>
            <a:ext cx="507683" cy="507683"/>
          </a:xfrm>
          <a:prstGeom prst="roundRect">
            <a:avLst>
              <a:gd name="adj" fmla="val 18009438"/>
            </a:avLst>
          </a:prstGeom>
          <a:solidFill>
            <a:srgbClr val="28282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35579" y="4899541"/>
            <a:ext cx="228362" cy="2283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95918" y="5436751"/>
            <a:ext cx="3137178" cy="26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Генерация торговых сигналов</a:t>
            </a: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6395918" y="5802630"/>
            <a:ext cx="7324963" cy="54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Использование предобученной модели для создания технических индикаторов, прогнозирования и выдачи сигналов (BUY/SELL/HOLD) в реальном времени.</a:t>
            </a: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6226731" y="6771204"/>
            <a:ext cx="7663339" cy="54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Система работает в бесконечном цикле, обеспечивая непрерывный мониторинг рынка и выдачу актуальных торговых рекомендаций.</a:t>
            </a:r>
            <a:endParaRPr lang="en-US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BCF9F54-C9C7-E499-1298-1DF70C3AE644}"/>
              </a:ext>
            </a:extLst>
          </p:cNvPr>
          <p:cNvSpPr/>
          <p:nvPr/>
        </p:nvSpPr>
        <p:spPr>
          <a:xfrm>
            <a:off x="12707007" y="7662041"/>
            <a:ext cx="1828800" cy="493987"/>
          </a:xfrm>
          <a:prstGeom prst="rect">
            <a:avLst/>
          </a:prstGeom>
          <a:solidFill>
            <a:srgbClr val="F9F8F5"/>
          </a:solidFill>
          <a:ln>
            <a:solidFill>
              <a:srgbClr val="F9F8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266D8A-6B90-389C-B2A6-3F207A5A168C}"/>
              </a:ext>
            </a:extLst>
          </p:cNvPr>
          <p:cNvSpPr txBox="1"/>
          <p:nvPr/>
        </p:nvSpPr>
        <p:spPr>
          <a:xfrm>
            <a:off x="13800083" y="7662041"/>
            <a:ext cx="830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6/9</a:t>
            </a:r>
            <a:endParaRPr lang="ru-RU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9303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ea typeface="DM Sans Medium" pitchFamily="34" charset="-122"/>
                <a:cs typeface="DM Sans Medium" pitchFamily="34" charset="-120"/>
              </a:rPr>
              <a:t>Заключение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1133951" y="2697123"/>
            <a:ext cx="721625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В ходе реализации проекта была разработана и протестирована полностью автоматизированная интеллектуальная система поддержки принятия решений (СППР) для торговли акциями ПАО «Лукойл».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93790" y="2441972"/>
            <a:ext cx="30480" cy="1961912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6" name="Text 3"/>
          <p:cNvSpPr/>
          <p:nvPr/>
        </p:nvSpPr>
        <p:spPr>
          <a:xfrm>
            <a:off x="793790" y="4659035"/>
            <a:ext cx="755642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161613"/>
                </a:solidFill>
                <a:ea typeface="Inter" pitchFamily="34" charset="-122"/>
                <a:cs typeface="Inter" pitchFamily="34" charset="-120"/>
              </a:rPr>
              <a:t>Ключевым результатом является создание рабочего, замкнутого конвейера от сбора сырых рыночных данных до генерации конкретных торговых сигналов. Система демонстрирует практическую эффективность, подтвержденную положительной доходностью в ходе исторического тестирования и в режиме реального времени.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EED047-3FCC-EEA9-3707-8A674984F1E8}"/>
              </a:ext>
            </a:extLst>
          </p:cNvPr>
          <p:cNvSpPr txBox="1"/>
          <p:nvPr/>
        </p:nvSpPr>
        <p:spPr>
          <a:xfrm>
            <a:off x="13800083" y="7662041"/>
            <a:ext cx="830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7/9</a:t>
            </a:r>
            <a:endParaRPr lang="ru-RU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2122"/>
            <a:ext cx="94096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Технические достижения проекта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44529"/>
            <a:ext cx="6407944" cy="2456617"/>
          </a:xfrm>
          <a:prstGeom prst="roundRect">
            <a:avLst>
              <a:gd name="adj" fmla="val 1385"/>
            </a:avLst>
          </a:prstGeom>
          <a:solidFill>
            <a:srgbClr val="F9F8F5"/>
          </a:solidFill>
          <a:ln w="30480">
            <a:solidFill>
              <a:srgbClr val="D3D1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2201823"/>
            <a:ext cx="45134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Полный цикл обработки данных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2692241"/>
            <a:ext cx="589335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сбора минутных свечей через Tinkoff Invest API до очистки, расширенного инжиниринга признаков (более 50 индикаторов) и отбора наиболее значимых.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1944529"/>
            <a:ext cx="6408063" cy="2456617"/>
          </a:xfrm>
          <a:prstGeom prst="roundRect">
            <a:avLst>
              <a:gd name="adj" fmla="val 1385"/>
            </a:avLst>
          </a:prstGeom>
          <a:solidFill>
            <a:srgbClr val="F9F8F5"/>
          </a:solidFill>
          <a:ln w="30480">
            <a:solidFill>
              <a:srgbClr val="D3D1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5842" y="2201823"/>
            <a:ext cx="44379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Стабильная прогнозная модель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85842" y="2692241"/>
            <a:ext cx="589347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Создан и оптимизирован ансамбль ML-моделей для прогнозирования доходности на основе исторических данных OHLCV, устойчивый к переобучению благодаря кросс-валидации.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627959"/>
            <a:ext cx="6407944" cy="2819519"/>
          </a:xfrm>
          <a:prstGeom prst="roundRect">
            <a:avLst>
              <a:gd name="adj" fmla="val 1207"/>
            </a:avLst>
          </a:prstGeom>
          <a:solidFill>
            <a:srgbClr val="F9F8F5"/>
          </a:solidFill>
          <a:ln w="30480">
            <a:solidFill>
              <a:srgbClr val="D3D1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084" y="4885253"/>
            <a:ext cx="54719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Реалистичный механизм тестирования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084" y="5375672"/>
            <a:ext cx="589335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Модуль бэктестинга учитывает комиссии, проскальзывание, вероятность исполнения заявок, стоп-лосс и тейк-профит, что позволило объективно оценить прибыльность стратегии.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627959"/>
            <a:ext cx="6408063" cy="2819519"/>
          </a:xfrm>
          <a:prstGeom prst="roundRect">
            <a:avLst>
              <a:gd name="adj" fmla="val 1207"/>
            </a:avLst>
          </a:prstGeom>
          <a:solidFill>
            <a:srgbClr val="F9F8F5"/>
          </a:solidFill>
          <a:ln w="30480">
            <a:solidFill>
              <a:srgbClr val="D3D1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5842" y="4885253"/>
            <a:ext cx="55945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Автономность и непрерывность работы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5842" y="5375672"/>
            <a:ext cx="589347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 функционирует в автоматическом режиме, обеспечивая непрерывный мониторинг рынка, обновление данных, расчет признаков, прогнозирование и выдачу сигналов BUY/SELL/HOLD без ручного вмешательства.</a:t>
            </a:r>
            <a:endParaRPr lang="en-US" sz="175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29375B5-4AAD-C7F5-A0AB-A68416A35FAC}"/>
              </a:ext>
            </a:extLst>
          </p:cNvPr>
          <p:cNvSpPr/>
          <p:nvPr/>
        </p:nvSpPr>
        <p:spPr>
          <a:xfrm>
            <a:off x="12707007" y="7662041"/>
            <a:ext cx="1828800" cy="493987"/>
          </a:xfrm>
          <a:prstGeom prst="rect">
            <a:avLst/>
          </a:prstGeom>
          <a:solidFill>
            <a:srgbClr val="F9F8F5"/>
          </a:solidFill>
          <a:ln>
            <a:solidFill>
              <a:srgbClr val="F9F8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70321D-E7B0-4BDC-FDB6-4D334BF1578F}"/>
              </a:ext>
            </a:extLst>
          </p:cNvPr>
          <p:cNvSpPr txBox="1"/>
          <p:nvPr/>
        </p:nvSpPr>
        <p:spPr>
          <a:xfrm>
            <a:off x="13800083" y="7662041"/>
            <a:ext cx="830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8/9</a:t>
            </a:r>
            <a:endParaRPr lang="ru-RU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29633"/>
            <a:ext cx="65406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Перспективы и выводы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878574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 успешно достиг поставленной цели: создана автономная СППР, которая на основе анализа данных OHLCV предоставляет обоснованные торговые рекомендации, подтверждая свою жизнеспособность как инструмент для поддержки инвестиционных решений.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93790" y="523420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Разработанная архитектура модульна и может быть адаптирована для анализа других финансовых инструментов, открывая широкие перспективы для дальнейшего развития и применения в различных сегментах финансового рынка.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0C5DBF-7381-392F-803F-85E96D38BC84}"/>
              </a:ext>
            </a:extLst>
          </p:cNvPr>
          <p:cNvSpPr txBox="1"/>
          <p:nvPr/>
        </p:nvSpPr>
        <p:spPr>
          <a:xfrm>
            <a:off x="13800083" y="7662041"/>
            <a:ext cx="830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9/9</a:t>
            </a:r>
            <a:endParaRPr lang="ru-RU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815</Words>
  <Application>Microsoft Office PowerPoint</Application>
  <PresentationFormat>Произвольный</PresentationFormat>
  <Paragraphs>82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DM Sans Medium</vt:lpstr>
      <vt:lpstr>Consolas</vt:lpstr>
      <vt:lpstr>Arial</vt:lpstr>
      <vt:lpstr>Inter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saddfsdf FHtnv</cp:lastModifiedBy>
  <cp:revision>1</cp:revision>
  <dcterms:created xsi:type="dcterms:W3CDTF">2025-12-05T00:04:51Z</dcterms:created>
  <dcterms:modified xsi:type="dcterms:W3CDTF">2025-12-05T00:17:04Z</dcterms:modified>
</cp:coreProperties>
</file>